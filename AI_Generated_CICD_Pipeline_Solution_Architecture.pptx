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AI-Generated CI/CD Deployment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 Architecture &amp; Implementation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context and problem statement</a:t>
            </a:r>
          </a:p>
          <a:p>
            <a:pPr/>
            <a:r>
              <a:t>Solution overview and key capabilities</a:t>
            </a:r>
          </a:p>
          <a:p>
            <a:pPr/>
            <a:r>
              <a:t>Detailed architecture – agents, pipeline, and environments</a:t>
            </a:r>
          </a:p>
          <a:p>
            <a:pPr/>
            <a:r>
              <a:t>Data, quality, and security integration</a:t>
            </a:r>
          </a:p>
          <a:p>
            <a:pPr/>
            <a:r>
              <a:t>Deployment strategies and rollback design</a:t>
            </a:r>
          </a:p>
          <a:p>
            <a:pPr/>
            <a:r>
              <a:t>Implementation roadmap and operating model</a:t>
            </a:r>
          </a:p>
          <a:p>
            <a:pPr/>
            <a:r>
              <a:t>Benefits, KPIs, and risk considerations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Why an AI-Generated CI/CD Deployment Pipeline?</a:t>
            </a:r>
          </a:p>
          <a:p>
            <a:pPr lvl="1"/>
            <a:r>
              <a:t>Enterprises run dozens of heterogeneous CI/CD pipelines across teams and technologies.</a:t>
            </a:r>
          </a:p>
          <a:p>
            <a:pPr lvl="1"/>
            <a:r>
              <a:t>Manual pipeline creation leads to variability in quality, security posture, and performance.</a:t>
            </a:r>
          </a:p>
          <a:p>
            <a:pPr lvl="1"/>
            <a:r>
              <a:t>Release frequency is constrained by fragile pipelines and inconsistent approvals.</a:t>
            </a:r>
          </a:p>
          <a:p>
            <a:pPr lvl="1"/>
            <a:r>
              <a:t>There is a need for a domain-neutral, reusable blueprint for AI-generated CI/CD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pipeline design is time-consuming and error-prone, often owned by a few experts.</a:t>
            </a:r>
          </a:p>
          <a:p>
            <a:pPr/>
            <a:r>
              <a:t>Limited reuse of best practices across teams (gates, scan stages, rollback strategies).</a:t>
            </a:r>
          </a:p>
          <a:p>
            <a:pPr/>
            <a:r>
              <a:t>Security and quality checks are bolted-on rather than embedded by design.</a:t>
            </a:r>
          </a:p>
          <a:p>
            <a:pPr/>
            <a:r>
              <a:t>Rollback and deployment patterns (blue–green, rolling, canary) are inconsistently applied.</a:t>
            </a:r>
          </a:p>
          <a:p>
            <a:pPr/>
            <a:r>
              <a:t>Observability, auditability, and compliance controls are not enforced uniformly.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AI-powered CI/CD Agent that designs full multi-stage deployment pipelines end-to-end.</a:t>
            </a:r>
          </a:p>
          <a:p>
            <a:pPr/>
            <a:r>
              <a:t>The Agent generates pipeline YAML, environment variables, approval gates, and rollback logic.</a:t>
            </a:r>
          </a:p>
          <a:p>
            <a:pPr/>
            <a:r>
              <a:t>Pipelines are domain-neutral and can be emitted for Jenkins, GitHub Actions, GitLab CI, Azure DevOps, etc.</a:t>
            </a:r>
          </a:p>
          <a:p>
            <a:pPr/>
            <a:r>
              <a:t>The Agent continuously refines pipeline definitions based on test results and deployment telemetry.</a:t>
            </a:r>
          </a:p>
          <a:p>
            <a:pPr/>
            <a:r>
              <a:t>Support for multiple pipeline variations to compare performance, reliability, and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Standardize CI/CD patterns across teams while allowing controlled flexibility.</a:t>
            </a:r>
          </a:p>
          <a:p>
            <a:pPr/>
            <a:r>
              <a:t>Embed security and quality by design through SAST/DAST, dependency scanning, and quality gates.</a:t>
            </a:r>
          </a:p>
          <a:p>
            <a:pPr/>
            <a:r>
              <a:t>Enable rapid creation of optimized pipelines for new applications and services.</a:t>
            </a:r>
          </a:p>
          <a:p>
            <a:pPr/>
            <a:r>
              <a:t>Reduce deployment risk with automated rollback and progressive delivery strategies.</a:t>
            </a:r>
          </a:p>
          <a:p>
            <a:pPr/>
            <a:r>
              <a:t>Improve observability and auditability across the end-to-end software delivery lifecycle.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Colony Layer – orchestrated AI agents responsible for design, optimization, and governance.</a:t>
            </a:r>
          </a:p>
          <a:p>
            <a:pPr/>
            <a:r>
              <a:t>CI/CD Orchestrator – chosen platform that executes the pipeline (e.g., Jenkins, GitHub Actions).</a:t>
            </a:r>
          </a:p>
          <a:p>
            <a:pPr/>
            <a:r>
              <a:t>Source Code Repositories – application, infrastructure-as-code, and automated test repos.</a:t>
            </a:r>
          </a:p>
          <a:p>
            <a:pPr/>
            <a:r>
              <a:t>Artifact Repository – centralized storage for build artifacts (WAR/JAR, containers, manifests).</a:t>
            </a:r>
          </a:p>
          <a:p>
            <a:pPr/>
            <a:r>
              <a:t>Environment Layer – Dev, QA, Stage, Prod with deployment strategies (blue–green, rolling, canary).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Colony – 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Design Agent – generates multi-stage pipeline YAML including build, test, scan, and release.</a:t>
            </a:r>
          </a:p>
          <a:p>
            <a:pPr/>
            <a:r>
              <a:t>Security Agent – injects SAST/DAST, dependency, and license scans plus security gates.</a:t>
            </a:r>
          </a:p>
          <a:p>
            <a:pPr/>
            <a:r>
              <a:t>Quality Agent – integrates unit, integration, UI, and performance test suites with thresholds.</a:t>
            </a:r>
          </a:p>
          <a:p>
            <a:pPr/>
            <a:r>
              <a:t>Deployment Strategy Agent – proposes blue–green, rolling, or canary deployments with rollback logic.</a:t>
            </a:r>
          </a:p>
          <a:p>
            <a:pPr/>
            <a:r>
              <a:t>Observability Agent – instruments logs, metrics, and traces; defines health checks and SLOs.</a:t>
            </a:r>
          </a:p>
          <a:p>
            <a:pPr/>
            <a:r>
              <a:t>FinOps Agent – optimizes pipeline runtimes and infrastructure usage for cost-performance balance.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Stage – compile, run unit tests, package artifacts (WAR/JAR, container images), generate SBOM.</a:t>
            </a:r>
          </a:p>
          <a:p>
            <a:pPr/>
            <a:r>
              <a:t>Test Stage – orchestrate API, UI, E2E, and non-functional tests using test automation artifacts.</a:t>
            </a:r>
          </a:p>
          <a:p>
            <a:pPr/>
            <a:r>
              <a:t>Scan Stage – execute SAST/DAST, dependency checks, container scans, and license compliance.</a:t>
            </a:r>
          </a:p>
          <a:p>
            <a:pPr/>
            <a:r>
              <a:t>Quality Gate Stage – evaluate coverage, vulnerabilities, and policy compliance before promotion.</a:t>
            </a:r>
          </a:p>
          <a:p>
            <a:pPr/>
            <a:r>
              <a:t>Release Stage – versioning, tagging, artifact promotion, and release note generation.</a:t>
            </a:r>
          </a:p>
          <a:p>
            <a:pPr/>
            <a:r>
              <a:t>Deployment Stage – automated deployment to target environments using chosen strategy.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Requirements &amp;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Repository structure: modules, services, infra, and tests for each application.</a:t>
            </a:r>
          </a:p>
          <a:p>
            <a:pPr/>
            <a:r>
              <a:t>Test automation results: historical pass/fail, coverage, and performance trends.</a:t>
            </a:r>
          </a:p>
          <a:p>
            <a:pPr/>
            <a:r>
              <a:t>Sample pipeline YAMLs: existing best practices from leading teams and platforms.</a:t>
            </a:r>
          </a:p>
          <a:p>
            <a:pPr/>
            <a:r>
              <a:t>Environment topology: Dev–QA–Stage–Prod with associated infrastructure details.</a:t>
            </a:r>
          </a:p>
          <a:p>
            <a:pPr/>
            <a:r>
              <a:t>Compliance policies: security, regulatory, and internal standards that must be enforced as gates.</a:t>
            </a:r>
          </a:p>
          <a:p>
            <a:pPr/>
            <a:r>
              <a:t>Deployment metrics and logs: success rate, MTTR, lead time, change failure 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Artifacts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CI/CD pipeline YAML for target orchestrators (Jenkinsfile, GitHub Actions, GitLab CI, Azure DevOps).</a:t>
            </a:r>
          </a:p>
          <a:p>
            <a:pPr/>
            <a:r>
              <a:t>Deployment workflow maps showing how code flows from commit to production.</a:t>
            </a:r>
          </a:p>
          <a:p>
            <a:pPr/>
            <a:r>
              <a:t>Quality gate definitions including thresholds, mandatory scans, and policy rules.</a:t>
            </a:r>
          </a:p>
          <a:p>
            <a:pPr/>
            <a:r>
              <a:t>Rollback strategies and triggers, aligned with deployment strategies and SLOs.</a:t>
            </a:r>
          </a:p>
          <a:p>
            <a:pPr/>
            <a:r>
              <a:t>Observability configuration (dashboards, alerts, SLOs) linked to pipeline stages.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Quality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Agent enforces SAST/DAST integration with mandatory pass thresholds before promotion.</a:t>
            </a:r>
          </a:p>
          <a:p>
            <a:pPr/>
            <a:r>
              <a:t>Dependency scanning and SBOM generation integrated into build and scan stages.</a:t>
            </a:r>
          </a:p>
          <a:p>
            <a:pPr/>
            <a:r>
              <a:t>Quality gate policies aligned with organizational standards (coverage, test pass rates, static issues).</a:t>
            </a:r>
          </a:p>
          <a:p>
            <a:pPr/>
            <a:r>
              <a:t>Automated approvals for low-risk releases; gated approvals for high-risk changes or production.</a:t>
            </a:r>
          </a:p>
          <a:p>
            <a:pPr/>
            <a:r>
              <a:t>Secure secret management and environment variable handling using vault solutions.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Strategies &amp; Rollback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Blue–Green – run two identical environments; switch traffic upon successful verification.</a:t>
            </a:r>
          </a:p>
          <a:p>
            <a:pPr/>
            <a:r>
              <a:t>Rolling – incrementally update subsets of instances with built-in health checks.</a:t>
            </a:r>
          </a:p>
          <a:p>
            <a:pPr/>
            <a:r>
              <a:t>Canary – gradual rollout to a small percentage of users or traffic before full deployment.</a:t>
            </a:r>
          </a:p>
          <a:p>
            <a:pPr/>
            <a:r>
              <a:t>Automated rollback triggers based on error budgets, SLO breaches, or health-check failures.</a:t>
            </a:r>
          </a:p>
          <a:p>
            <a:pPr/>
            <a:r>
              <a:t>Agent-generated playbooks describing deployment and rollback actions per strategy.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Observability, Feedback, and Learning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stages emit logs, metrics, and traces correlated with build IDs and deployment IDs.</a:t>
            </a:r>
          </a:p>
          <a:p>
            <a:pPr/>
            <a:r>
              <a:t>Observability Agent defines golden signals and SLOs per application or service.</a:t>
            </a:r>
          </a:p>
          <a:p>
            <a:pPr/>
            <a:r>
              <a:t>Pipeline telemetry (duration, failure points, resource usage) feeds back into the Agent colony.</a:t>
            </a:r>
          </a:p>
          <a:p>
            <a:pPr/>
            <a:r>
              <a:t>Agents learn which configurations work best and recommend optimizations over time.</a:t>
            </a:r>
          </a:p>
          <a:p>
            <a:pPr/>
            <a:r>
              <a:t>Insights and recommendations are surfaced in dashboards and chat interfaces for DevOps teams.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– Discovery &amp; Baseline: Inventory existing pipelines, tools, and quality/security controls.</a:t>
            </a:r>
          </a:p>
          <a:p>
            <a:pPr/>
            <a:r>
              <a:t>Phase 2 – Reference Blueprint: Define standard pipeline templates and agent roles.</a:t>
            </a:r>
          </a:p>
          <a:p>
            <a:pPr/>
            <a:r>
              <a:t>Phase 3 – Pilot Implementation: Apply AI-generated pipelines to 1–2 representative applications.</a:t>
            </a:r>
          </a:p>
          <a:p>
            <a:pPr/>
            <a:r>
              <a:t>Phase 4 – Scale-Out: Onboard additional applications, refine agents, and harden governance.</a:t>
            </a:r>
          </a:p>
          <a:p>
            <a:pPr/>
            <a:r>
              <a:t>Phase 5 – Continuous Optimization: Use telemetry to tune runtimes, costs, and deployment strategies.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Model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 Team – owns CI/CD platform, agent framework, and shared templates.</a:t>
            </a:r>
          </a:p>
          <a:p>
            <a:pPr/>
            <a:r>
              <a:t>Security &amp; Compliance – defines mandatory checks and reviews pipeline security posture.</a:t>
            </a:r>
          </a:p>
          <a:p>
            <a:pPr/>
            <a:r>
              <a:t>Application Squads – consume templates, provide feedback, and own application-specific logic.</a:t>
            </a:r>
          </a:p>
          <a:p>
            <a:pPr/>
            <a:r>
              <a:t>Change Advisory – uses standardized release reports for risk-based approvals.</a:t>
            </a:r>
          </a:p>
          <a:p>
            <a:pPr/>
            <a:r>
              <a:t>FinOps – monitors cost drivers (build time, environment usage) and adjusts policies with Platform team.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&amp; Expected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Reduction in time to create new pipelines (e.g., from days to hours).</a:t>
            </a:r>
          </a:p>
          <a:p>
            <a:pPr/>
            <a:r>
              <a:t>Increase in deployment frequency and reduction in change failure rate.</a:t>
            </a:r>
          </a:p>
          <a:p>
            <a:pPr/>
            <a:r>
              <a:t>Higher and more consistent test coverage and security compliance across teams.</a:t>
            </a:r>
          </a:p>
          <a:p>
            <a:pPr/>
            <a:r>
              <a:t>Reduced mean time to recover (MTTR) due to reliable rollback strategies.</a:t>
            </a:r>
          </a:p>
          <a:p>
            <a:pPr/>
            <a:r>
              <a:t>Improved developer productivity through self-service, AI-generated pipelines.</a:t>
            </a:r>
          </a:p>
          <a:p>
            <a:pPr/>
            <a:r>
              <a:t>Better cost control via optimized pipeline runtimes and environment usage.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– Over-reliance on AI-generated configs without human review.</a:t>
            </a:r>
          </a:p>
          <a:p>
            <a:r>
              <a:t>Mitigation – enforce peer review and approvals for production pipelines.</a:t>
            </a:r>
          </a:p>
          <a:p>
            <a:pPr/>
            <a:r>
              <a:t>Risk – Misconfigured security or quality gates causing deployment delays.</a:t>
            </a:r>
            <a:br/>
            <a:r>
              <a:t>Mitigation – progressive rollout with clear SLOs and tuning loop.</a:t>
            </a:r>
          </a:p>
          <a:p>
            <a:pPr/>
            <a:r>
              <a:t>Risk – Toolchain fragmentation across teams.</a:t>
            </a:r>
            <a:br/>
            <a:r>
              <a:t>Mitigation – phased consolidation and standardization of orchestrators and scanners.</a:t>
            </a:r>
          </a:p>
          <a:p>
            <a:pPr/>
            <a:r>
              <a:t>Risk – Resistance to change from Dev and Ops teams.</a:t>
            </a:r>
            <a:br/>
            <a:r>
              <a:t>Mitigation – enablement, documentation, and co-created reference pipelines.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AI-generated CI/CD pipelines bring standardization, speed, and safety to software delivery.</a:t>
            </a:r>
          </a:p>
          <a:p>
            <a:pPr/>
            <a:r>
              <a:t>Agent colonies orchestrate pipeline design, security, quality, and deployment strategies.</a:t>
            </a:r>
          </a:p>
          <a:p>
            <a:pPr/>
            <a:r>
              <a:t>The solution is tool-agnostic and can integrate with existing DevOps ecosystems.</a:t>
            </a:r>
          </a:p>
          <a:p>
            <a:pPr/>
            <a:r>
              <a:t>A phased implementation with clear governance and KPIs ensures sustainable adoption.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